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Netflix_dataset_aanalysis/Netflix_dataset_analysis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7DE3F52-7E50-4042-BBF0-6F364CA299A2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Netflix_dataset_aanalysis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947C2FE2-F846-4D5F-A344-583DFF0224B1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12/27/2025 10:36:14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etflix_dataset_analysis" id="2" name="slide2">
            <a:extLst>
              <a:ext uri="{FF2B5EF4-FFF2-40B4-BE49-F238E27FC236}">
                <a16:creationId xmlns:a16="http://schemas.microsoft.com/office/drawing/2014/main" id="{9F416354-C8E6-4DE4-A2E3-20B2630B0B6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2418"/>
            <a:ext cx="12192000" cy="6093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2025-12-27T10:36:15Z</dcterms:created>
  <dcterms:modified xsi:type="dcterms:W3CDTF">2025-12-27T10:36:15Z</dcterms:modified>
</cp:coreProperties>
</file>